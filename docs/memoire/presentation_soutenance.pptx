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60247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[OUVERTURE — 0:00]</a:t>
            </a:r>
          </a:p>
          <a:p/>
          <a:p>
            <a:r>
              <a:t>Monsieur le Président du jury, Mesdames et Messieurs les membres du jury, bonjour.</a:t>
            </a:r>
          </a:p>
          <a:p>
            <a:r>
              <a:t>Je vous remercie pour l'occasion qui m'est donnée de présenter mon travail portant sur</a:t>
            </a:r>
          </a:p>
          <a:p>
            <a:r>
              <a:t>la conception et la mise en place d'un système de détection et de réponse aux attaques</a:t>
            </a:r>
          </a:p>
          <a:p>
            <a:r>
              <a:t>ransomware dans un environnement contrôlé : RansomShield.</a:t>
            </a:r>
          </a:p>
          <a:p>
            <a:r>
              <a:t>Cette présentation durera dix minutes, suivie d'une démonstration live de cinq minutes</a:t>
            </a:r>
          </a:p>
          <a:p>
            <a:r>
              <a:t>sur des machines virtuelles réelles.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[SOMMAIRE — 0:30]</a:t>
            </a:r>
          </a:p>
          <a:p/>
          <a:p>
            <a:r>
              <a:t>Ma présentation s'articule en cinq parties : le contexte et la problématique,</a:t>
            </a:r>
          </a:p>
          <a:p>
            <a:r>
              <a:t>la revue de littérature, la conception, la réalisation et les résultats, puis</a:t>
            </a:r>
          </a:p>
          <a:p>
            <a:r>
              <a:t>la conclusion. Je terminerai par une courte démonstration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[CONTEXTE — 1:00]</a:t>
            </a:r>
          </a:p>
          <a:p/>
          <a:p>
            <a:r>
              <a:t>Les organisations dépendent aujourd'hui fortement de leurs systèmes informatiques,</a:t>
            </a:r>
          </a:p>
          <a:p>
            <a:r>
              <a:t>ce qui les expose de plus en plus aux cyberattaques — en particulier au ransomware.</a:t>
            </a:r>
          </a:p>
          <a:p>
            <a:r>
              <a:t>Selon l'ENISA, ces attaques ont augmenté de 73 % en 2023 ; sans outil dédié,</a:t>
            </a:r>
          </a:p>
          <a:p>
            <a:r>
              <a:t>il faut en moyenne 21 jours pour les détecter.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[PROBLÉMATIQUE — 2:00]</a:t>
            </a:r>
          </a:p>
          <a:p/>
          <a:p>
            <a:r>
              <a:t>La problématique est formulée de manière affirmative : la détection comportementale</a:t>
            </a:r>
          </a:p>
          <a:p>
            <a:r>
              <a:t>couplée à un contrôle humain constitue la réponse adaptée.</a:t>
            </a:r>
          </a:p>
          <a:p>
            <a:r>
              <a:t>Trois défis structurent ce travail : les variantes inconnues, le parc hétérogène,</a:t>
            </a:r>
          </a:p>
          <a:p>
            <a:r>
              <a:t>et la nécessité d'un contrôle humain avant chaque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[OBJECTIFS — 3:00]</a:t>
            </a:r>
          </a:p>
          <a:p/>
          <a:p>
            <a:r>
              <a:t>Six objectifs spécifiques guident ce travail : surveillance temps réel, scoring</a:t>
            </a:r>
          </a:p>
          <a:p>
            <a:r>
              <a:t>configurable, alertes automatiques, contrôle humain, 2FA et validation par scénarios.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[DÉFINITION — 3:50]</a:t>
            </a:r>
          </a:p>
          <a:p/>
          <a:p>
            <a:r>
              <a:t>Un ransomware laisse des traces comportementales avant que les dégâts soient</a:t>
            </a:r>
          </a:p>
          <a:p>
            <a:r>
              <a:t>irréversibles : extensions suspectes, note de rançon, suppression VSS, LOLBins.</a:t>
            </a:r>
          </a:p>
          <a:p>
            <a:r>
              <a:t>Ce sont ces signaux qui forment la base de notre détection.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[SOLUTIONS — 5:15]</a:t>
            </a:r>
          </a:p>
          <a:p/>
          <a:p>
            <a:r>
              <a:t>Les antivirus passent à côté des nouvelles variantes. Les EDR commerciaux sont</a:t>
            </a:r>
          </a:p>
          <a:p>
            <a:r>
              <a:t>efficaces mais hors de portée académique. RansomShield se positionne dans cet espace.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[ARCHITECTURE — 6:15]</a:t>
            </a:r>
          </a:p>
          <a:p/>
          <a:p>
            <a:r>
              <a:t>L'architecture suit un circuit : les agents envoient les événements à l'API Laravel,</a:t>
            </a:r>
          </a:p>
          <a:p>
            <a:r>
              <a:t>le moteur calcule le score, la console SOC affiche les alertes, l'opérateur valide</a:t>
            </a:r>
          </a:p>
          <a:p>
            <a:r>
              <a:t>l'action, et la réponse est appliquée sur les agents. Aucune action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 COMPOSANTS — 7:15]</a:t>
            </a:r>
          </a:p>
          <a:p/>
          <a:p>
            <a:r>
              <a:t>L'agent surveille en temps réel et conserve une file locale. La console centralise</a:t>
            </a:r>
          </a:p>
          <a:p>
            <a:r>
              <a:t>le suivi. La découverte réseau scanne mais exige une validation manuelle. Le module</a:t>
            </a:r>
          </a:p>
          <a:p>
            <a:r>
              <a:t>de simulation rejoue des attaques réalistes sans vrai malware.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[USE CASE — 8:30]</a:t>
            </a:r>
          </a:p>
          <a:p/>
          <a:p>
            <a:r>
              <a:t>L'administrateur gère les agents, configure le système et lance les simulations.</a:t>
            </a:r>
          </a:p>
          <a:p>
            <a:r>
              <a:t>L'analyste SOC se concentre sur le traitement opérationnel : alertes, approbation</a:t>
            </a:r>
          </a:p>
          <a:p>
            <a:r>
              <a:t>d'actions, et timeline. Il n'a pas accès à la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[DIAGRAMME DE CLASSES — 9:15]</a:t>
            </a:r>
          </a:p>
          <a:p/>
          <a:p>
            <a:r>
              <a:t>Le diagramme montre sept entités. Le pipeline se lit de gauche à droite :</a:t>
            </a:r>
          </a:p>
          <a:p>
            <a:r>
              <a:t>Agent génère des Events, évalués par DetectionRule, qui créent des Alerts,</a:t>
            </a:r>
          </a:p>
          <a:p>
            <a:r>
              <a:t>escaladées en Incidents. Chaque Incident génère des ProtectionActions et</a:t>
            </a:r>
          </a:p>
          <a:p>
            <a:r>
              <a:t>des entrées dans l'AuditLog.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[MODÈLE DE DONNÉES — 10:15]</a:t>
            </a:r>
          </a:p>
          <a:p/>
          <a:p>
            <a:r>
              <a:t>Le modèle repose sur huit tables MySQL. Chaque action est horodatée avec l'identité</a:t>
            </a:r>
          </a:p>
          <a:p>
            <a:r>
              <a:t>de l'opérateur qui l'a validée.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[CHOIX TECHNIQUES — 11:30]</a:t>
            </a:r>
          </a:p>
          <a:p/>
          <a:p>
            <a:r>
              <a:t>Backend Laravel 11, agent Python avec Watchdog, frontend Chart.js en local,</a:t>
            </a:r>
          </a:p>
          <a:p>
            <a:r>
              <a:t>tests sur 3 VMs KVM avec 2FA TOTP.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[AGENT — 12:45]</a:t>
            </a:r>
          </a:p>
          <a:p/>
          <a:p>
            <a:r>
              <a:t>Un fichier renommé en .locked (+80) et une note de rançon (+55) donnent</a:t>
            </a:r>
          </a:p>
          <a:p>
            <a:r>
              <a:t>135 points : alerte critique et incident créés en moins de cinq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[CONSOLE SOC — 14:00]</a:t>
            </a:r>
          </a:p>
          <a:p/>
          <a:p>
            <a:r>
              <a:t>La console centralise neuf pages. Toute action passe par la file d'approbation :</a:t>
            </a:r>
          </a:p>
          <a:p>
            <a:r>
              <a:t>l'analyste valide ou rejette explicitement. Les notifications partent sur quatre</a:t>
            </a:r>
          </a:p>
          <a:p>
            <a:r>
              <a:t>canaux simultanément.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[TESTS — 15:15]</a:t>
            </a:r>
          </a:p>
          <a:p/>
          <a:p>
            <a:r>
              <a:t>Cinq scénarios validés, de 5 à 22 événements, tous détectés en moins de cinq</a:t>
            </a:r>
          </a:p>
          <a:p>
            <a:r>
              <a:t>secondes. Je précise une limite : tests Linux uniquement.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[DÉMO LIVE — 16:00, checklist 5 min, hors chrono présentation]</a:t>
            </a:r>
          </a:p>
          <a:p/>
          <a:p>
            <a:r>
              <a:t>1. Ouvrir http://10.20.0.1 (console SOC)</a:t>
            </a:r>
          </a:p>
          <a:p/>
          <a:p>
            <a:r>
              <a:t>2. Se connecter : identifiants + code 2FA</a:t>
            </a:r>
          </a:p>
          <a:p/>
          <a:p>
            <a:r>
              <a:t>3. Vérifier : 3 agents en ligne (heartbeat vert)</a:t>
            </a:r>
          </a:p>
          <a:p/>
          <a:p>
            <a:r>
              <a:t>4. Agents → VM-02 → Lancer simulation → "Kill chain complète"</a:t>
            </a:r>
          </a:p>
          <a:p/>
          <a:p>
            <a:r>
              <a:t>5. Dashboard : le score monte en temps réel</a:t>
            </a:r>
          </a:p>
          <a:p/>
          <a:p>
            <a:r>
              <a:t>6. Alertes : niveau Critique</a:t>
            </a:r>
          </a:p>
          <a:p/>
          <a:p>
            <a:r>
              <a:t>7. Incidents : ouvrir l'incident auto-créé</a:t>
            </a:r>
          </a:p>
          <a:p/>
          <a:p>
            <a:r>
              <a:t>8. File d'approbation : approuver l'isolation réseau</a:t>
            </a:r>
          </a:p>
          <a:p/>
          <a:p>
            <a:r>
              <a:t>9. Timeline : tout est horodaté et tracé</a:t>
            </a:r>
          </a:p>
          <a:p/>
          <a:p>
            <a:r>
              <a:t>Rester calme, ne pas se précipiter.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[CONCLUSION — 20:00]</a:t>
            </a:r>
          </a:p>
          <a:p/>
          <a:p>
            <a:r>
              <a:t>RansomShield couvre tout le cycle d'un incident. Ses limites sont assumées : tests</a:t>
            </a:r>
          </a:p>
          <a:p>
            <a:r>
              <a:t>Linux, LAN sans HTTPS. Les perspectives visent HTTPS, RBAC, ML et MITRE ATT&amp;CK.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[QUESTIONS DU JURY]</a:t>
            </a:r>
          </a:p>
          <a:p/>
          <a:p>
            <a:r>
              <a:t>• Pourquoi Python et pas C/Go ? Watchdog exploite inotify nativement, CPU minimal, portable</a:t>
            </a:r>
          </a:p>
          <a:p/>
          <a:p>
            <a:r>
              <a:t>• Faux positifs ? Seuils configurables, opérateur humain valide ou rejette</a:t>
            </a:r>
          </a:p>
          <a:p/>
          <a:p>
            <a:r>
              <a:t>• Pourquoi pas HTTPS ? LAN contrôlé ; 1re perspective pour la prod</a:t>
            </a:r>
          </a:p>
          <a:p/>
          <a:p>
            <a:r>
              <a:t>• Différence avec un antivirus ? Comportement, pas signature ; variantes inconnues couvertes</a:t>
            </a:r>
          </a:p>
          <a:p/>
          <a:p>
            <a:r>
              <a:t>• Testé sur Windows ? Non, limite assumée : Linux uniquement</a:t>
            </a:r>
          </a:p>
          <a:p/>
          <a:p>
            <a:r>
              <a:t>Garder les annexes prêtes.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602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