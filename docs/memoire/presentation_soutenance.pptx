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6024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[OUVERTURE — 0:00]</a:t>
            </a:r>
          </a:p>
          <a:p/>
          <a:p>
            <a:r>
              <a:t>Monsieur le Président du jury, Mesdames et Messieurs les membres du jury, bonjour.</a:t>
            </a:r>
          </a:p>
          <a:p>
            <a:r>
              <a:t>Je vous remercie pour l'occasion qui m'est donnée de présenter mon travail portant sur</a:t>
            </a:r>
          </a:p>
          <a:p>
            <a:r>
              <a:t>la conception et la mise en place d'un système de détection et de réponse aux attaques</a:t>
            </a:r>
          </a:p>
          <a:p>
            <a:r>
              <a:t>ransomware dans un environnement contrôlé : RansomShield.</a:t>
            </a:r>
          </a:p>
          <a:p>
            <a:r>
              <a:t>Cette présentation durera dix minutes, suivie d'une démonstration live de cinq minutes</a:t>
            </a:r>
          </a:p>
          <a:p>
            <a:r>
              <a:t>sur des machines virtuelles réelles. Je reste à votre disposition pour vos questions</a:t>
            </a:r>
          </a:p>
          <a:p>
            <a:r>
              <a:t>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[SOMMAIRE — 0:30]</a:t>
            </a:r>
          </a:p>
          <a:p/>
          <a:p>
            <a:r>
              <a:t>Ma présentation s'articule en cinq parties : le contexte et la problématique,</a:t>
            </a:r>
          </a:p>
          <a:p>
            <a:r>
              <a:t>la revue de littérature, la conception de la solution, sa réalisation avec les</a:t>
            </a:r>
          </a:p>
          <a:p>
            <a:r>
              <a:t>résultats obtenus, puis la conclusion. Je terminerai par une courte démonstration</a:t>
            </a:r>
          </a:p>
          <a:p>
            <a:r>
              <a:t>du système en fonctionnement.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[CONTEXTE &amp; PROBLÉMATIQUE — 1:00]</a:t>
            </a:r>
          </a:p>
          <a:p/>
          <a:p>
            <a:r>
              <a:t>Les organisations dépendent aujourd'hui fortement de leurs systèmes informatiques,</a:t>
            </a:r>
          </a:p>
          <a:p>
            <a:r>
              <a:t>ce qui les expose de plus en plus aux cyberattaques — en particulier au ransomware,</a:t>
            </a:r>
          </a:p>
          <a:p>
            <a:r>
              <a:t>ce logiciel malveillant qui chiffre les données puis exige une rançon.</a:t>
            </a:r>
          </a:p>
          <a:p>
            <a:r>
              <a:t>Selon l'ENISA, ces attaques ont augmenté de 73 % en 2023 ; sans outil dédié,</a:t>
            </a:r>
          </a:p>
          <a:p>
            <a:r>
              <a:t>il faut en moyenne 21 jours pour les détecter, pour un coût qui dépasse souvent</a:t>
            </a:r>
          </a:p>
          <a:p>
            <a:r>
              <a:t>le million de dollars. Le problème, c'est que les antivirus classiques, basés</a:t>
            </a:r>
          </a:p>
          <a:p>
            <a:r>
              <a:t>sur des signatures, ne suffisent plus face à des comportements inconnus.</a:t>
            </a:r>
          </a:p>
          <a:p>
            <a:r>
              <a:t>D'où la question centrale de ce travail : comment détecter et répondre à un</a:t>
            </a:r>
          </a:p>
          <a:p>
            <a:r>
              <a:t>comportement ransomware, dans un environnement contrôlé, sans déployer de vrai malware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[OBJECTIFS — 2:30]</a:t>
            </a:r>
          </a:p>
          <a:p/>
          <a:p>
            <a:r>
              <a:t>L'objectif général est de concevoir un système de détection et de réponse aux</a:t>
            </a:r>
          </a:p>
          <a:p>
            <a:r>
              <a:t>attaques ransomware, basé sur la surveillance comportementale des fichiers et</a:t>
            </a:r>
          </a:p>
          <a:p>
            <a:r>
              <a:t>des processus. Concrètement, il s'agit de surveiller les événements en temps réel,</a:t>
            </a:r>
          </a:p>
          <a:p>
            <a:r>
              <a:t>de calculer un score de risque, de générer automatiquement des alertes et des</a:t>
            </a:r>
          </a:p>
          <a:p>
            <a:r>
              <a:t>incidents, de proposer des actions de protection avec un contrôle humain</a:t>
            </a:r>
          </a:p>
          <a:p>
            <a:r>
              <a:t>systématique, de sécuriser la console par une double authentification, et de</a:t>
            </a:r>
          </a:p>
          <a:p>
            <a:r>
              <a:t>valider le tout sur des scénarios d'attaque réalistes.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[ORGANISATION DU MÉMOIRE — 3:15]</a:t>
            </a:r>
          </a:p>
          <a:p/>
          <a:p>
            <a:r>
              <a:t>Le mémoire suit le canevas IFRI en trois chapitres : la revue de littérature,</a:t>
            </a:r>
          </a:p>
          <a:p>
            <a:r>
              <a:t>l'analyse et la conception du système, puis sa réalisation et ses résultats.</a:t>
            </a:r>
          </a:p>
          <a:p>
            <a:r>
              <a:t>Voyons d'abord les fondements théoriques.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[DÉFINITION &amp; COMPORTEMENTS — 3:50]</a:t>
            </a:r>
          </a:p>
          <a:p/>
          <a:p>
            <a:r>
              <a:t>Selon le NIST, un ransomware est un logiciel malveillant qui bloque l'accès aux</a:t>
            </a:r>
          </a:p>
          <a:p>
            <a:r>
              <a:t>données, le plus souvent par chiffrement, pour ensuite réclamer une rançon.</a:t>
            </a:r>
          </a:p>
          <a:p>
            <a:r>
              <a:t>Ce qui compte pour nous, c'est que ce type d'attaque laisse des signes avant que</a:t>
            </a:r>
          </a:p>
          <a:p>
            <a:r>
              <a:t>les dégâts ne soient irréversibles : renommage massif de fichiers, apparition</a:t>
            </a:r>
          </a:p>
          <a:p>
            <a:r>
              <a:t>d'extensions suspectes comme .locked, création d'une note de rançon,</a:t>
            </a:r>
          </a:p>
          <a:p>
            <a:r>
              <a:t>suppression des sauvegardes système, ou encore utilisation détournée d'outils</a:t>
            </a:r>
          </a:p>
          <a:p>
            <a:r>
              <a:t>légitimes. Ce sont ces signaux qui constituent la base de notre détection</a:t>
            </a:r>
          </a:p>
          <a:p>
            <a:r>
              <a:t>comportementale.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[SOLUTIONS EXISTANTES — 5:15]</a:t>
            </a:r>
          </a:p>
          <a:p/>
          <a:p>
            <a:r>
              <a:t>Les solutions existantes ont chacune leurs limites. Les antivirus classiques</a:t>
            </a:r>
          </a:p>
          <a:p>
            <a:r>
              <a:t>détectent par signatures, donc ils passent à côté des nouvelles variantes.</a:t>
            </a:r>
          </a:p>
          <a:p>
            <a:r>
              <a:t>Les SIEM collectent des journaux mais sans corrélation comportementale spécifique.</a:t>
            </a:r>
          </a:p>
          <a:p>
            <a:r>
              <a:t>Les EDR commerciaux, comme CrowdStrike ou SentinelOne, sont efficaces mais hors</a:t>
            </a:r>
          </a:p>
          <a:p>
            <a:r>
              <a:t>de portée pour un contexte académique. C'est dans cet espace que se positionne</a:t>
            </a:r>
          </a:p>
          <a:p>
            <a:r>
              <a:t>RansomShield : une approche comportementale, open-source, avec un contrôle</a:t>
            </a:r>
          </a:p>
          <a:p>
            <a:r>
              <a:t>humain garanti à chaque étape. Voyons maintenant comment ce système a été conçu.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[ARCHITECTURE — 6:15]</a:t>
            </a:r>
          </a:p>
          <a:p/>
          <a:p>
            <a:r>
              <a:t>L'architecture repose sur un flux simple. Les agents Python, installés sur les</a:t>
            </a:r>
          </a:p>
          <a:p>
            <a:r>
              <a:t>machines surveillées, envoient les événements à l'API Laravel via une clé propre</a:t>
            </a:r>
          </a:p>
          <a:p>
            <a:r>
              <a:t>à chaque agent. Le moteur de détection analyse ces événements, calcule un score</a:t>
            </a:r>
          </a:p>
          <a:p>
            <a:r>
              <a:t>de risque, et déclenche une alerte puis un incident si le seuil est dépassé.</a:t>
            </a:r>
          </a:p>
          <a:p>
            <a:r>
              <a:t>L'opérateur consulte la console SOC et valide chaque action avant son exécution :</a:t>
            </a:r>
          </a:p>
          <a:p>
            <a:r>
              <a:t>c'est notre règle d'or, aucune action automatique sans validation humaine.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[LES 4 COMPOSANTS — 7:15]</a:t>
            </a:r>
          </a:p>
          <a:p/>
          <a:p>
            <a:r>
              <a:t>Le système repose sur quatre composants. L'agent Python surveille les fichiers</a:t>
            </a:r>
          </a:p>
          <a:p>
            <a:r>
              <a:t>en temps réel et conserve une file locale pour ne rien perdre en cas de coupure</a:t>
            </a:r>
          </a:p>
          <a:p>
            <a:r>
              <a:t>réseau. La console SOC centralise le suivi : alertes, incidents, et validation</a:t>
            </a:r>
          </a:p>
          <a:p>
            <a:r>
              <a:t>des actions. La découverte réseau scanne automatiquement les sous-réseaux, mais</a:t>
            </a:r>
          </a:p>
          <a:p>
            <a:r>
              <a:t>aucun agent ne peut s'enrôler sans validation manuelle de l'administrateur.</a:t>
            </a:r>
          </a:p>
          <a:p>
            <a:r>
              <a:t>Enfin, le module de simulation permet de rejouer des scénarios d'attaque</a:t>
            </a:r>
          </a:p>
          <a:p>
            <a:r>
              <a:t>réalistes, jusqu'à vingt-deux événements, sans jamais toucher à un vrai malware.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[DIAGRAMME UML — 8:45]</a:t>
            </a:r>
          </a:p>
          <a:p/>
          <a:p>
            <a:r>
              <a:t>Le système distingue deux acteurs. L'administrateur gère les agents, configure</a:t>
            </a:r>
          </a:p>
          <a:p>
            <a:r>
              <a:t>le système et lance les simulations. L'analyste SOC, lui, se concentre sur le</a:t>
            </a:r>
          </a:p>
          <a:p>
            <a:r>
              <a:t>traitement opérationnel : il visualise les alertes et les incidents, approuve</a:t>
            </a:r>
          </a:p>
          <a:p>
            <a:r>
              <a:t>ou rejette les actions de protection, et consulte la timeline d'audit — mais</a:t>
            </a:r>
          </a:p>
          <a:p>
            <a:r>
              <a:t>n'a pas accès à la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[MODÈLE DE DONNÉES — 9:45]</a:t>
            </a:r>
          </a:p>
          <a:p/>
          <a:p>
            <a:r>
              <a:t>Le modèle de données repose sur huit tables MySQL. Le pipeline se lit de gauche</a:t>
            </a:r>
          </a:p>
          <a:p>
            <a:r>
              <a:t>à droite : un agent génère des événements, qui déclenchent des alertes, qui</a:t>
            </a:r>
          </a:p>
          <a:p>
            <a:r>
              <a:t>créent des incidents, qui donnent lieu à des actions de protection — le tout</a:t>
            </a:r>
          </a:p>
          <a:p>
            <a:r>
              <a:t>tracé dans un journal d'audit. Chaque action est horodatée avec l'identité de</a:t>
            </a:r>
          </a:p>
          <a:p>
            <a:r>
              <a:t>l'opérateur qui l'a validée. Passons maintenant à la réalisation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[CHOIX TECHNIQUES — 11:00]</a:t>
            </a:r>
          </a:p>
          <a:p/>
          <a:p>
            <a:r>
              <a:t>Côté technique, le backend repose sur Laravel 11 et PHP 8.3, avec une base MySQL</a:t>
            </a:r>
          </a:p>
          <a:p>
            <a:r>
              <a:t>et une API sécurisée par une clé propre à chaque agent. L'agent de surveillance</a:t>
            </a:r>
          </a:p>
          <a:p>
            <a:r>
              <a:t>est écrit en Python avec la bibliothèque Watchdog, et conserve ses événements</a:t>
            </a:r>
          </a:p>
          <a:p>
            <a:r>
              <a:t>dans une file SQLite locale. Le frontend utilise Chart.js en local, sans</a:t>
            </a:r>
          </a:p>
          <a:p>
            <a:r>
              <a:t>dépendance externe. Les tests ont été menés sur trois machines virtuelles KVM,</a:t>
            </a:r>
          </a:p>
          <a:p>
            <a:r>
              <a:t>avec une authentification à double facteur.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[AGENT &amp; MOTEUR — 12:15]</a:t>
            </a:r>
          </a:p>
          <a:p/>
          <a:p>
            <a:r>
              <a:t>Au démarrage, l'agent s'enrôle via un token à usage unique qui lui donne une clé</a:t>
            </a:r>
          </a:p>
          <a:p>
            <a:r>
              <a:t>API permanente, puis il surveille les dossiers avec Watchdog et envoie un signal</a:t>
            </a:r>
          </a:p>
          <a:p>
            <a:r>
              <a:t>de présence toutes les trente secondes. Le moteur de détection calcule un score</a:t>
            </a:r>
          </a:p>
          <a:p>
            <a:r>
              <a:t>cumulatif configurable. Par exemple : un fichier renommé en .locked</a:t>
            </a:r>
          </a:p>
          <a:p>
            <a:r>
              <a:t>vaut 80 points, une note de rançon 55 points ; le total de 135 déclenche</a:t>
            </a:r>
          </a:p>
          <a:p>
            <a:r>
              <a:t>immédiatement une alerte critique et la création d'un incident. Tout ce</a:t>
            </a:r>
          </a:p>
          <a:p>
            <a:r>
              <a:t>processus prend moins de cinq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[CONSOLE SOC — 13:30]</a:t>
            </a:r>
          </a:p>
          <a:p/>
          <a:p>
            <a:r>
              <a:t>La console SOC centralise dix pages fonctionnelles, avec un tableau de bord mis</a:t>
            </a:r>
          </a:p>
          <a:p>
            <a:r>
              <a:t>à jour automatiquement toutes les trente secondes. Le point important, c'est que</a:t>
            </a:r>
          </a:p>
          <a:p>
            <a:r>
              <a:t>toute action de protection passe par une file d'approbation : l'analyste doit</a:t>
            </a:r>
          </a:p>
          <a:p>
            <a:r>
              <a:t>explicitement valider ou rejeter chaque action avant qu'elle ne s'exécute.</a:t>
            </a:r>
          </a:p>
          <a:p>
            <a:r>
              <a:t>Les notifications partent simultanément par quatre canaux : le web, l'e-mail,</a:t>
            </a:r>
          </a:p>
          <a:p>
            <a:r>
              <a:t>le son, et un webhook. Vous verrez tout cela dans la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[TESTS &amp; RÉSULTATS — 14:45]</a:t>
            </a:r>
          </a:p>
          <a:p/>
          <a:p>
            <a:r>
              <a:t>Nous avons validé le système sur cinq scénarios d'attaque, de sept à vingt-deux</a:t>
            </a:r>
          </a:p>
          <a:p>
            <a:r>
              <a:t>événements. Tous ont été détectés en moins de cinq secondes, sans perte</a:t>
            </a:r>
          </a:p>
          <a:p>
            <a:r>
              <a:t>d'événement, avec un pipeline complet validé de bout en bout, de l'événement</a:t>
            </a:r>
          </a:p>
          <a:p>
            <a:r>
              <a:t>jusqu'à la timeline. Je précise honnêtement une limite : les tests ont été</a:t>
            </a:r>
          </a:p>
          <a:p>
            <a:r>
              <a:t>conduits uniquement sur Linux, et un attaquant qui ralentirait son rythme</a:t>
            </a:r>
          </a:p>
          <a:p>
            <a:r>
              <a:t>resterait moins visible. Passons maintenant à la démonstration du système.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[DÉMO LIVE — 15:00, checklist 5 min, hors chrono présentation]</a:t>
            </a:r>
          </a:p>
          <a:p/>
          <a:p>
            <a:r>
              <a:t>1. Ouvrir http://10.20.0.1 (console SOC)</a:t>
            </a:r>
          </a:p>
          <a:p/>
          <a:p>
            <a:r>
              <a:t>2. Se connecter : identifiants + code 2FA</a:t>
            </a:r>
          </a:p>
          <a:p/>
          <a:p>
            <a:r>
              <a:t>3. Vérifier : 3 agents en ligne (heartbeat vert)</a:t>
            </a:r>
          </a:p>
          <a:p/>
          <a:p>
            <a:r>
              <a:t>4. Agents → VM-02 → Lancer simulation → "Kill chain complète" (22 évts)</a:t>
            </a:r>
          </a:p>
          <a:p/>
          <a:p>
            <a:r>
              <a:t>5. Dashboard : le score monte en temps réel</a:t>
            </a:r>
          </a:p>
          <a:p/>
          <a:p>
            <a:r>
              <a:t>6. Alertes : niveau Critique + signaux détectés</a:t>
            </a:r>
          </a:p>
          <a:p/>
          <a:p>
            <a:r>
              <a:t>7. Incidents : ouvrir l'incident auto-créé</a:t>
            </a:r>
          </a:p>
          <a:p/>
          <a:p>
            <a:r>
              <a:t>8. File d'approbation : approuver l'isolation réseau</a:t>
            </a:r>
          </a:p>
          <a:p/>
          <a:p>
            <a:r>
              <a:t>9. Timeline : tout est horodaté et tracé</a:t>
            </a:r>
          </a:p>
          <a:p/>
          <a:p>
            <a:r>
              <a:t>Rester calme, ne pas se précipiter — chaque étape a le temps qu'il 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[CONCLUSION &amp; PERSPECTIVES — 20:00]</a:t>
            </a:r>
          </a:p>
          <a:p/>
          <a:p>
            <a:r>
              <a:t>En résumé, RansomShield est une solution fonctionnelle qui couvre tout le cycle</a:t>
            </a:r>
          </a:p>
          <a:p>
            <a:r>
              <a:t>de traitement d'un incident : collecte, analyse, alerte, réponse et audit.</a:t>
            </a:r>
          </a:p>
          <a:p>
            <a:r>
              <a:t>Elle repose sur un agent multi-plateforme, une console complète, un moteur de</a:t>
            </a:r>
          </a:p>
          <a:p>
            <a:r>
              <a:t>détection réactif, et un contrôle humain à chaque étape. Ce travail a ses</a:t>
            </a:r>
          </a:p>
          <a:p>
            <a:r>
              <a:t>limites : il a été testé dans un environnement contrôlé, avec des réponses en</a:t>
            </a:r>
          </a:p>
          <a:p>
            <a:r>
              <a:t>partie simulées. Les perspectives sont claires : ajouter le chiffrement HTTPS,</a:t>
            </a:r>
          </a:p>
          <a:p>
            <a:r>
              <a:t>des rôles distincts pour les utilisateurs, puis à terme du machine learning</a:t>
            </a:r>
          </a:p>
          <a:p>
            <a:r>
              <a:t>pour affiner la détection, et une intégration avec les outils SIEM du marché.</a:t>
            </a:r>
          </a:p>
          <a:p>
            <a:r>
              <a:t>Je vous remercie pour votre attention et reste à votre disposition pour vos</a:t>
            </a:r>
          </a:p>
          <a:p>
            <a: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[QUESTIONS DU JURY — aide-mémoire]</a:t>
            </a:r>
          </a:p>
          <a:p/>
          <a:p>
            <a:r>
              <a:t>• Pourquoi Python et pas C/Go ? → Watchdog exploite inotify nativement, CPU minimal, portable Linux/Windows/macOS</a:t>
            </a:r>
          </a:p>
          <a:p/>
          <a:p>
            <a:r>
              <a:t>• Faux positifs ? → seuils configurables, opérateur humain valide ou rejette chaque action</a:t>
            </a:r>
          </a:p>
          <a:p/>
          <a:p>
            <a:r>
              <a:t>• Pourquoi pas HTTPS ? → LAN contrôlé ; c'est la 1re perspective pour la prod</a:t>
            </a:r>
          </a:p>
          <a:p/>
          <a:p>
            <a:r>
              <a:t>• Différence avec un antivirus ? → comportement, pas signature ; fonctionne sur variantes inconnues</a:t>
            </a:r>
          </a:p>
          <a:p/>
          <a:p>
            <a:r>
              <a:t>• Testé sur Windows ? → Non, limite assumée : Linux uniquement</a:t>
            </a:r>
          </a:p>
          <a:p/>
          <a:p>
            <a:r>
              <a:t>Garder les annexes prêtes (file d'approbation, captures d'écran).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02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